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Towards Unifying Sequence Modeling and Feature Interaction for Large-scale Recommendation</a:t>
            </a:r>
          </a:p>
          <a:p>
            <a:r>
              <a:t>COM SCI 247 Midterm Project</a:t>
            </a:r>
          </a:p>
          <a:p>
            <a:r>
              <a:t>Team Members: Ibrahim Bitar, Dang 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Predict conversion rate (CVR) using recommendation-system data.</a:t>
            </a:r>
          </a:p>
          <a:p>
            <a:r>
              <a:t>The model learns patterns from user behavior, item features, and interaction history.</a:t>
            </a:r>
          </a:p>
          <a:p>
            <a:r>
              <a:t>Competition metric: ROC-AUC.</a:t>
            </a:r>
          </a:p>
          <a:p>
            <a:r>
              <a:t>Objective: Build a model that balances prediction accuracy and inference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Project is Trying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users, items, and sequences of interactions.</a:t>
            </a:r>
          </a:p>
          <a:p>
            <a:r>
              <a:t>We want the model to predict whether a user will convert/click/buy an item.</a:t>
            </a:r>
          </a:p>
          <a:p>
            <a:r>
              <a:t>The project combines static features and sequential behavior into one architecture.</a:t>
            </a:r>
          </a:p>
          <a:p>
            <a:r>
              <a:t>This is a recommendation-system and sequence-learning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Recommendation Systems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Amazon, Netflix, TikTok, YouTube, ads, and e-commerce.</a:t>
            </a:r>
          </a:p>
          <a:p>
            <a:r>
              <a:t>Systems try to predict what users are likely to interact with next.</a:t>
            </a:r>
          </a:p>
          <a:p>
            <a:r>
              <a:t>Good recommendation systems improve engagement and revenue.</a:t>
            </a:r>
          </a:p>
          <a:p>
            <a:r>
              <a:t>Conversion-rate prediction is a core business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user features: user profile/category information.</a:t>
            </a:r>
          </a:p>
          <a:p>
            <a:r>
              <a:t>Static item features: item/category information.</a:t>
            </a:r>
          </a:p>
          <a:p>
            <a:r>
              <a:t>Multi-value sparse features: multiple categorical IDs.</a:t>
            </a:r>
          </a:p>
          <a:p>
            <a:r>
              <a:t>Behavior sequences: domain_a/b/c/d user interaction histories.</a:t>
            </a:r>
          </a:p>
          <a:p>
            <a:r>
              <a:t>Dense features: statistical numerical signals aligned to sparse IDs.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Architecture: UFI-Former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UFI-Former = Unified Feature Interaction Transformer.</a:t>
            </a:r>
          </a:p>
          <a:p>
            <a:r>
              <a:t>Uses Transformer-style self-attention.</a:t>
            </a:r>
          </a:p>
          <a:p>
            <a:r>
              <a:t>Combines static features + sequence features into one token sequence.</a:t>
            </a:r>
          </a:p>
          <a:p>
            <a:r>
              <a:t>Learns feature interactions and sequential behavior jointly.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 Transformer?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Transformers are strong at sequence modeling.</a:t>
            </a:r>
          </a:p>
          <a:p>
            <a:r>
              <a:t>Self-attention learns relationships between tokens.</a:t>
            </a:r>
          </a:p>
          <a:p>
            <a:r>
              <a:t>Can capture long-range dependencies in user behavior.</a:t>
            </a:r>
          </a:p>
          <a:p>
            <a:r>
              <a:t>Better at modeling interactions than simple MLP baselines.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feature becomes a token embedding.</a:t>
            </a:r>
          </a:p>
          <a:p>
            <a:r>
              <a:t>User IDs, item IDs, and sequence events are embedded into vectors.</a:t>
            </a:r>
          </a:p>
          <a:p>
            <a:r>
              <a:t>Additional embeddings are added: field, domain, type, and position embeddings.</a:t>
            </a:r>
          </a:p>
          <a:p>
            <a:r>
              <a:t>This creates one unified representation for the Transformer.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baseline: small PyTorch MLP.</a:t>
            </a:r>
          </a:p>
          <a:p>
            <a:r>
              <a:t>Used sample dataset for debugging pipeline stability.</a:t>
            </a:r>
          </a:p>
          <a:p>
            <a:r>
              <a:t>Loss function fixed using BCEWithLogitsLoss.</a:t>
            </a:r>
          </a:p>
          <a:p>
            <a:r>
              <a:t>Validation pipeline used ROC-AUC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Experimented with embedding dimension sizes.</a:t>
            </a:r>
          </a:p>
          <a:p>
            <a:r>
              <a:t>Tested multiple Transformer block counts.</a:t>
            </a:r>
          </a:p>
          <a:p>
            <a:r>
              <a:t>Studied sequence length truncation effects.</a:t>
            </a:r>
          </a:p>
          <a:p>
            <a:r>
              <a:t>Compared small debugging models vs larger scalable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BCE loss instability.</a:t>
            </a:r>
          </a:p>
          <a:p>
            <a:r>
              <a:t>Validation ROC-AUC became NaN due to one-class validation split.</a:t>
            </a:r>
          </a:p>
          <a:p>
            <a:r>
              <a:t>Large sparse embedding space risked overfitting.</a:t>
            </a:r>
          </a:p>
          <a:p>
            <a:r>
              <a:t>Long sequences increased memory and attention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and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Switched from BCELoss to BCEWithLogitsLoss.</a:t>
            </a:r>
          </a:p>
          <a:p>
            <a:r>
              <a:t>Added plans for stratified validation splitting.</a:t>
            </a:r>
          </a:p>
          <a:p>
            <a:r>
              <a:t>Used debugging baselines before scaling up.</a:t>
            </a:r>
          </a:p>
          <a:p>
            <a:r>
              <a:t>Planned embedding regularization and sequence truncation.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Contributions (Dang 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schema review.</a:t>
            </a:r>
          </a:p>
          <a:p>
            <a:r>
              <a:t>Model architecture review and implementation support.</a:t>
            </a:r>
          </a:p>
          <a:p>
            <a:r>
              <a:t>Experiment tracking and debugging analysis.</a:t>
            </a:r>
          </a:p>
          <a:p>
            <a:r>
              <a:t>Final report editing and organization.</a:t>
            </a:r>
          </a:p>
          <a:p>
            <a:r>
              <a:t>Reviewed training stability and architecture scaling strategy.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Midterm Report vs Final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Midterm report focused on planning and debugging baseline infrastructure.</a:t>
            </a:r>
          </a:p>
          <a:p>
            <a:r>
              <a:t>Midterm emphasized architecture proposal and early experiments.</a:t>
            </a:r>
          </a:p>
          <a:p>
            <a:r>
              <a:t>Final report focuses on completed experiments and findings.</a:t>
            </a:r>
          </a:p>
          <a:p>
            <a:r>
              <a:t>Final report includes training analysis, hyperparameters, lessons learned, and performance evaluation.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Competition metric: ROC-AUC.</a:t>
            </a:r>
          </a:p>
          <a:p>
            <a:r>
              <a:t>Final score formula compares against baselines.</a:t>
            </a:r>
          </a:p>
          <a:p>
            <a:r>
              <a:t>Random baseline: 0.5</a:t>
            </a:r>
          </a:p>
          <a:p>
            <a:r>
              <a:t>Simple baseline: 0.78</a:t>
            </a:r>
          </a:p>
          <a:p>
            <a:r>
              <a:t>Baseline 2: 0.813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Transformers can unify feature interactions and sequence modeling.</a:t>
            </a:r>
          </a:p>
          <a:p>
            <a:r>
              <a:t>Data preprocessing and validation splits are critical.</a:t>
            </a:r>
          </a:p>
          <a:p>
            <a:r>
              <a:t>Training stability matters more than large models initially.</a:t>
            </a:r>
          </a:p>
          <a:p>
            <a:r>
              <a:t>Debugging infrastructure early prevents wasted training time later.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on larger datasets.</a:t>
            </a:r>
          </a:p>
          <a:p>
            <a:r>
              <a:t>Add stronger attention mechanisms.</a:t>
            </a:r>
          </a:p>
          <a:p>
            <a:r>
              <a:t>Optimize inference latency.</a:t>
            </a:r>
          </a:p>
          <a:p>
            <a:r>
              <a:t>Experiment with DeepFM and hybrid recommendation architectures.</a:t>
            </a:r>
          </a:p>
          <a:p>
            <a:r>
              <a:t>Perform larger-scale hyperparameter tuning.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successfully built a recommendation-system training pipeline.</a:t>
            </a:r>
          </a:p>
          <a:p>
            <a:r>
              <a:t>We designed a unified Transformer-based architecture.</a:t>
            </a:r>
          </a:p>
          <a:p>
            <a:r>
              <a:t>The project demonstrated understanding of sequence modeling, embeddings, and recommendation systems.</a:t>
            </a:r>
          </a:p>
          <a:p>
            <a:r>
              <a:t>Future work focuses on improving leaderboard performance and scalability.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